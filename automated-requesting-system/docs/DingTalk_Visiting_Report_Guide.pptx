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-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640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677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0" y="3200400"/>
            <a:ext cx="2011680" cy="2011680"/>
          </a:xfrm>
          <a:prstGeom prst="ellipse">
            <a:avLst/>
          </a:prstGeom>
          <a:solidFill>
            <a:srgbClr val="00C6B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20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6B8"/>
                </a:solidFill>
              </a:rPr>
              <a:t>DINGTALK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74980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Report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</a:rPr>
              <a:t>A Complete Guide to Proper Usage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4114800" cy="36576"/>
          </a:xfrm>
          <a:prstGeom prst="rect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615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Track customer visits efficiently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201168" cy="201168"/>
          </a:xfrm>
          <a:prstGeom prst="ellipse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GPS check-in &amp; photo evidence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201168" cy="201168"/>
          </a:xfrm>
          <a:prstGeom prst="ellipse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Real-time team collaboration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1600"/>
            <a:ext cx="16459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the Visiting Report Feature?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</a:rPr>
              <a:t>The Visiting Report in DingTalk is a built-in field activity management tool that enables sales and service teams to document, track, and report on customer visits in real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965960" cy="6858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GPS Check-In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</a:rPr>
              <a:t>Auto-capture location when arriving at a customer site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68880" y="169164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1691640"/>
            <a:ext cx="1965960" cy="685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830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Photo Evidence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60320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</a:rPr>
              <a:t>Attach photos of meetings, products, or site conditions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617720" y="169164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17720" y="1691640"/>
            <a:ext cx="1965960" cy="685800"/>
          </a:xfrm>
          <a:prstGeom prst="rect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7830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17720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Visit Records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09160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</a:rPr>
              <a:t>Log visit details, notes, and outcomes instantly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766560" y="169164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66560" y="1691640"/>
            <a:ext cx="1965960" cy="68580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78308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24505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</a:rPr>
              <a:t>Analytics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58000" y="28803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</a:rPr>
              <a:t>Managers review visit data and performance reports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Getting Started: Accessing Visiting Report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931920" cy="4023360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📱  How to Access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274320" cy="274320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408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Open DingTalk on your mobile device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02536"/>
            <a:ext cx="274320" cy="274320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9751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Tap the Workplace tab at the bottom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9464"/>
            <a:ext cx="274320" cy="274320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25420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Go to Frequently Used Apps and choose "Report"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274320" cy="274320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1089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Go to “Visiting Report”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274320" cy="274320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36758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</a:rPr>
              <a:t>Enable location permissions when prompted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822960"/>
            <a:ext cx="4251960" cy="4023360"/>
          </a:xfrm>
          <a:prstGeom prst="rect">
            <a:avLst/>
          </a:prstGeom>
          <a:solidFill>
            <a:srgbClr val="FFF8E1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✅  Prerequisites</a:t>
            </a:r>
            <a:endParaRPr lang="en-US" sz="14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444752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74920" y="1417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DingTalk account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74920" y="16184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Corporate/enterprise account required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93392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74920" y="1965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Admin setup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074920" y="21671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HR admin enable Visiting Report module</a:t>
            </a:r>
            <a:endParaRPr lang="en-US" sz="9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42032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074920" y="2514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Location access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074920" y="2715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Allow GPS location on your phone</a:t>
            </a:r>
            <a:endParaRPr lang="en-US" sz="9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09067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074920" y="30632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Camera permission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074920" y="3264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Required for photo evidence upload</a:t>
            </a:r>
            <a:endParaRPr lang="en-US" sz="9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639312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074920" y="36118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Internet connection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5074920" y="3813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Stable data or Wi-Fi connection needed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Step-by-Step: Creating a New Visit Report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651760" cy="4572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420624" cy="420624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932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Start a New Visit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Tap ‘Visiting Notes' and select the customer from your client list or add a new 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44368" y="1581912"/>
            <a:ext cx="146304" cy="36576"/>
          </a:xfrm>
          <a:prstGeom prst="rect">
            <a:avLst/>
          </a:prstGeom>
          <a:solidFill>
            <a:srgbClr val="8099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35808" y="14630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9B3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651760" cy="45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914400"/>
            <a:ext cx="420624" cy="420624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932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GPS Check-In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10128" y="13716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Tap 'Check In' to record your current GPS location. The system timestamps and maps your arrival.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70448" y="1581912"/>
            <a:ext cx="146304" cy="36576"/>
          </a:xfrm>
          <a:prstGeom prst="rect">
            <a:avLst/>
          </a:prstGeom>
          <a:solidFill>
            <a:srgbClr val="8099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61888" y="14630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9B3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804672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804672"/>
            <a:ext cx="2651760" cy="45720"/>
          </a:xfrm>
          <a:prstGeom prst="rect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36208" y="914400"/>
            <a:ext cx="420624" cy="420624"/>
          </a:xfrm>
          <a:prstGeom prst="ellipse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36208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9326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Fill Visit Details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36208" y="13716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Enter visit purpose, customer contact name, topics discussed, and any follow-up actions needed.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7360" y="27889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737360" y="2788920"/>
            <a:ext cx="2651760" cy="45720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47088" y="2898648"/>
            <a:ext cx="420624" cy="420624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847088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331720" y="2916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Add Photos / Files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847088" y="335584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Upload photos, business cards, or documents as supporting evidence for your visit.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78892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788920"/>
            <a:ext cx="2651760" cy="4572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73168" y="2898648"/>
            <a:ext cx="420624" cy="420624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2898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57800" y="29169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Check-Out &amp; Submit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73168" y="3355848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</a:rPr>
              <a:t>Tap 'Check Out' when leaving, then tap 'Submit' to send the report to your manager.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34840" y="2542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099B3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Filling Out the Visit Form Correctly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E8F4FD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572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Required Fields  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09728" cy="256032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Customer / Client Name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" y="1847088"/>
            <a:ext cx="109728" cy="256032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196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Visit Date &amp; Time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340864"/>
            <a:ext cx="109728" cy="256032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134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Visit Purpose / Objective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2834640"/>
            <a:ext cx="109728" cy="256032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807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GPS Location (Auto-filled)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328416"/>
            <a:ext cx="109728" cy="256032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009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Visit Outcome / Results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8912" y="3822192"/>
            <a:ext cx="109728" cy="256032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</a:rPr>
              <a:t>Next Action Plan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160520" cy="4023360"/>
          </a:xfrm>
          <a:prstGeom prst="rect">
            <a:avLst/>
          </a:prstGeom>
          <a:solidFill>
            <a:srgbClr val="F0FFF4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804672"/>
            <a:ext cx="4160520" cy="45720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804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Practices  ✓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38988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084064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Be Specific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84064" y="1581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Avoid vague descriptions — note exact topics discussed</a:t>
            </a:r>
            <a:endParaRPr lang="en-US" sz="95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56816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84064" y="19385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Log Immediately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084064" y="2148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Submit report within 2 hours of visit for accuracy</a:t>
            </a:r>
            <a:endParaRPr lang="en-US" sz="95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523744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084064" y="25054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Use Photos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084064" y="2715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 picture is worth a thousand words — upload evidence</a:t>
            </a:r>
            <a:endParaRPr lang="en-US" sz="9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09067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084064" y="30723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Tag Correct Client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084064" y="32826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Verify customer name before submitting to avoid errors</a:t>
            </a:r>
            <a:endParaRPr lang="en-US" sz="95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657600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84064" y="36393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Add Follow-Up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084064" y="38496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Always include next steps or pending action items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GPS &amp; Location Check-In — Key Rules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6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8961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47A1"/>
                </a:solidFill>
              </a:rPr>
              <a:t>Why GPS Check-In Matters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1554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</a:rPr>
              <a:t>GPS check-in provides verified proof of visit, prevents false reporting, and helps managers plan field team coverage.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214884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2148840"/>
            <a:ext cx="2743200" cy="548640"/>
          </a:xfrm>
          <a:prstGeom prst="rect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217627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Check In ON Arrival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84048" y="278892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Always check in WHEN you arrive — not before or after. The system records your exact GPS coordinates and time stamp.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214884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2148840"/>
            <a:ext cx="2743200" cy="548640"/>
          </a:xfrm>
          <a:prstGeom prst="rect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310128" y="217627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Enable Location Always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310128" y="278892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Set DingTalk location permission to 'Always Allow' in your phone settings for seamless check-in.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126480" y="2148840"/>
            <a:ext cx="274320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26480" y="2148840"/>
            <a:ext cx="2743200" cy="54864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36208" y="217627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Check Out When Leaving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236208" y="278892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</a:rPr>
              <a:t>Don't forget to check out when leaving. This records visit duration, which is used in performance metrics.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FF3CD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47914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6404"/>
                </a:solidFill>
              </a:rPr>
              <a:t>⚠  Note: Manipulating GPS location is a policy violation. Reports with suspicious locations may be flagged for review.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Manager Review &amp; Approval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481328" cy="1188720"/>
          </a:xfrm>
          <a:prstGeom prst="rect">
            <a:avLst/>
          </a:prstGeom>
          <a:solidFill>
            <a:srgbClr val="1677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1481328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Field Staff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Submits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09928" y="1325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99B3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47672" y="914400"/>
            <a:ext cx="1481328" cy="1188720"/>
          </a:xfrm>
          <a:prstGeom prst="rect">
            <a:avLst/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47672" y="914400"/>
            <a:ext cx="1481328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System Auto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Notifies 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325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99B3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666744" y="914400"/>
            <a:ext cx="1481328" cy="1188720"/>
          </a:xfrm>
          <a:prstGeom prst="rect">
            <a:avLst/>
          </a:prstGeom>
          <a:solidFill>
            <a:srgbClr val="8E44A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66744" y="914400"/>
            <a:ext cx="1481328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Manager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48072" y="1325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99B3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85816" y="914400"/>
            <a:ext cx="1481328" cy="1188720"/>
          </a:xfrm>
          <a:prstGeom prst="rect">
            <a:avLst/>
          </a:prstGeom>
          <a:solidFill>
            <a:srgbClr val="2ECC7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85816" y="914400"/>
            <a:ext cx="1481328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Approve 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Return for Edit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67144" y="132588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99B3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04888" y="914400"/>
            <a:ext cx="1481328" cy="1188720"/>
          </a:xfrm>
          <a:prstGeom prst="rect">
            <a:avLst/>
          </a:prstGeom>
          <a:solidFill>
            <a:srgbClr val="00C6B8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04888" y="914400"/>
            <a:ext cx="1481328" cy="1188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Added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 Analytics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</a:rPr>
              <a:t>What Managers Can Do: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416052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035808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1248" y="2907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View All Visits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41248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See real-time map view of all field staff visits, check-in/out times and locations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09160" y="2816352"/>
            <a:ext cx="416052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035808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76088" y="29077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Get Notifications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276088" y="32004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Receive instant alerts when a report is submitted or when a visit is abnormally short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274320" y="3895344"/>
            <a:ext cx="416052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114800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1248" y="39867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Add Comments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841248" y="4279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Leave feedback or instructions directly on any visit report for the field staff to see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4709160" y="3895344"/>
            <a:ext cx="416052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4114800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76088" y="39867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B4A"/>
                </a:solidFill>
              </a:rPr>
              <a:t>Export Reports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5276088" y="42793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080"/>
                </a:solidFill>
              </a:rPr>
              <a:t>Download visit data as Excel/PDF for weekly summaries and performance reviews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Common Mistakes to Avoid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7315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✗  Submitting the report hours later from the office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4160520" cy="7315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✓  Always submit within 1–2 hours while details are fresh and GPS is accurate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60520" cy="7315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8412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✗  Skipping the check-out after the visit ends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536192"/>
            <a:ext cx="4160520" cy="7315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5727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✓  Always tap Check-Out so the system accurately records visit duration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487168"/>
            <a:ext cx="4160520" cy="7315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52374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✗  Writing vague or generic visit notes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218688"/>
            <a:ext cx="4160520" cy="7315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25526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✓  Be specific: mention products discussed, decisions made, and next steps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487168"/>
            <a:ext cx="4160520" cy="7315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52374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✗  Logging visits for locations not actually visited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218688"/>
            <a:ext cx="4160520" cy="7315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325526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✓  Only log real visits — the system can cross-check GPS and travel patterns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4169664"/>
            <a:ext cx="4160520" cy="7315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✗  Ignoring manager comments on your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901184"/>
            <a:ext cx="4160520" cy="7315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93776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✓  Read and acknowledge all manager feedback to improve future visits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4169664"/>
            <a:ext cx="4160520" cy="731520"/>
          </a:xfrm>
          <a:prstGeom prst="rect">
            <a:avLst/>
          </a:prstGeom>
          <a:solidFill>
            <a:srgbClr val="FEE2E2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42062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</a:rPr>
              <a:t>✗  Using screenshots instead of live photos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4901184"/>
            <a:ext cx="4160520" cy="731520"/>
          </a:xfrm>
          <a:prstGeom prst="rect">
            <a:avLst/>
          </a:prstGeom>
          <a:solidFill>
            <a:srgbClr val="D1FAE5"/>
          </a:solidFill>
          <a:ln/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0600" y="493776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✓  Upload real-time photos taken during the visit for valid evidence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1677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C6B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96112"/>
            <a:ext cx="3200400" cy="45720"/>
          </a:xfrm>
          <a:prstGeom prst="rect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502920" cy="502920"/>
          </a:xfrm>
          <a:prstGeom prst="ellipse">
            <a:avLst/>
          </a:prstGeom>
          <a:solidFill>
            <a:srgbClr val="167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1430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Always check in &amp; out with GPS — honesty builds trust with your team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1975104"/>
            <a:ext cx="502920" cy="502920"/>
          </a:xfrm>
          <a:prstGeom prst="ellipse">
            <a:avLst/>
          </a:prstGeom>
          <a:solidFill>
            <a:srgbClr val="00C6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0391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99339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Fill visit forms completely and specifically — quality data drives decisions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871216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293522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88950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Submit reports promptly — within 2 hours of completing the visit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767328"/>
            <a:ext cx="502920" cy="502920"/>
          </a:xfrm>
          <a:prstGeom prst="ellipse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383133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7856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Review manager feedback regularly and improve your reporting quality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4709160"/>
            <a:ext cx="8229600" cy="54864"/>
          </a:xfrm>
          <a:prstGeom prst="rect">
            <a:avLst/>
          </a:prstGeom>
          <a:solidFill>
            <a:srgbClr val="00C6B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099B3"/>
                </a:solidFill>
              </a:rPr>
              <a:t>For support, contact your DingTalk system administrator or refer to the official DingTalk Help Center.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821</Words>
  <Application>Microsoft Office PowerPoint</Application>
  <PresentationFormat>On-screen Show (16:9)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Use Visiting Report in DingTalk</dc:title>
  <dc:subject>PptxGenJS Presentation</dc:subject>
  <dc:creator>PptxGenJS</dc:creator>
  <cp:lastModifiedBy>Ichiro Cwuz</cp:lastModifiedBy>
  <cp:revision>5</cp:revision>
  <dcterms:created xsi:type="dcterms:W3CDTF">2026-05-25T07:08:45Z</dcterms:created>
  <dcterms:modified xsi:type="dcterms:W3CDTF">2026-05-25T07:51:09Z</dcterms:modified>
</cp:coreProperties>
</file>